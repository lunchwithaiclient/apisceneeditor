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825179f2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825179f2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825179f2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825179f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6380d7e8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6380d7e8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825179f2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825179f2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825179f2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825179f2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380d7e8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6380d7e8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25179f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25179f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380d7e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380d7e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6380d7e8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6380d7e8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825179f2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825179f2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6380d7e8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6380d7e8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6380d7e8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6380d7e8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825179f2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825179f2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825179f2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825179f2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6380d7e8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6380d7e8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825179f2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825179f2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6380d7e8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6380d7e8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825179f2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9825179f2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6380d7e8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6380d7e8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825179f2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825179f2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825179f2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825179f2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LunchWith.ai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Conversation Structure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and Usage of LunchWith.ai api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</a:t>
            </a:r>
            <a:r>
              <a:rPr lang="en" sz="1800">
                <a:solidFill>
                  <a:schemeClr val="dk2"/>
                </a:solidFill>
              </a:rPr>
              <a:t>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7" name="Google Shape;67;p14"/>
          <p:cNvCxnSpPr>
            <a:stCxn id="66" idx="1"/>
            <a:endCxn id="63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5" idx="1"/>
            <a:endCxn id="62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4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CRUD Based HTTP API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Base api address: </a:t>
            </a:r>
            <a:r>
              <a:rPr lang="en" sz="1200">
                <a:solidFill>
                  <a:schemeClr val="dk2"/>
                </a:solidFill>
              </a:rPr>
              <a:t>https://api.lunchwith.ai/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Setup </a:t>
            </a:r>
            <a:r>
              <a:rPr lang="en" sz="1200">
                <a:solidFill>
                  <a:schemeClr val="dk2"/>
                </a:solidFill>
              </a:rPr>
              <a:t>- Create Assets to use in a conversation (this can be done once and reused every time a scene is run).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Scene - The main grouping of assets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Cast (scene dependent) - In a script, these are names associated with dialog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Character - Think of this as the actor that brings a specific personality to the role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CRUD Based HTTP API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Base api address: https://api.lunchwith.ai/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Use </a:t>
            </a:r>
            <a:r>
              <a:rPr lang="en" sz="1200">
                <a:solidFill>
                  <a:schemeClr val="dk2"/>
                </a:solidFill>
              </a:rPr>
              <a:t>- Create interactions and dialog.  Reuse assets with every new scene / conversation.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Story - Manage Scenes and longer term interactions.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Scene - Take actions to configure the scene for use, process steps of the conversation.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3" name="Google Shape;83;p15"/>
          <p:cNvCxnSpPr>
            <a:stCxn id="82" idx="1"/>
            <a:endCxn id="79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81" idx="1"/>
            <a:endCxn id="78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7" name="Google Shape;97;p16"/>
          <p:cNvCxnSpPr>
            <a:stCxn id="96" idx="1"/>
            <a:endCxn id="93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6"/>
          <p:cNvCxnSpPr>
            <a:stCxn id="95" idx="1"/>
            <a:endCxn id="92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6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Story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This is a wrapper for multiple conversations.  Think of it as a play with multiple scenes.  The story structure allows data to </a:t>
            </a:r>
            <a:r>
              <a:rPr lang="en" sz="1200">
                <a:solidFill>
                  <a:schemeClr val="dk2"/>
                </a:solidFill>
              </a:rPr>
              <a:t>persist</a:t>
            </a:r>
            <a:r>
              <a:rPr lang="en" sz="1200">
                <a:solidFill>
                  <a:schemeClr val="dk2"/>
                </a:solidFill>
              </a:rPr>
              <a:t> across multiple scenes / conversations.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2" name="Google Shape;112;p17"/>
          <p:cNvCxnSpPr>
            <a:stCxn id="111" idx="1"/>
            <a:endCxn id="108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7"/>
          <p:cNvCxnSpPr>
            <a:stCxn id="110" idx="1"/>
            <a:endCxn id="107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7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Story Setup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GET /story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List of active stories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DEL /story/{story_id}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delete the story and allow no more scenes.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7" name="Google Shape;127;p18"/>
          <p:cNvCxnSpPr>
            <a:stCxn id="126" idx="1"/>
            <a:endCxn id="123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8"/>
          <p:cNvCxnSpPr>
            <a:stCxn id="125" idx="1"/>
            <a:endCxn id="122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8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Story Usage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To start a story, create a UUID4 and use it as {story_id}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2" name="Google Shape;142;p19"/>
          <p:cNvCxnSpPr>
            <a:stCxn id="141" idx="1"/>
            <a:endCxn id="138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9"/>
          <p:cNvCxnSpPr>
            <a:stCxn id="140" idx="1"/>
            <a:endCxn id="137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19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4551875" y="2815550"/>
            <a:ext cx="2259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Scene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This is like the scene of a play.  It is a grouping that gives the cast members a chance to create dialog and interact.  It creates the environment in which the characters interact and the direction the character needs to move (with respect to goals).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875" y="2977400"/>
            <a:ext cx="2026275" cy="1847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/>
          <p:nvPr/>
        </p:nvCxnSpPr>
        <p:spPr>
          <a:xfrm flipH="1" rot="10800000">
            <a:off x="6590600" y="3688800"/>
            <a:ext cx="251700" cy="43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9" name="Google Shape;159;p20"/>
          <p:cNvCxnSpPr>
            <a:stCxn id="158" idx="1"/>
            <a:endCxn id="155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0"/>
          <p:cNvCxnSpPr>
            <a:stCxn id="157" idx="1"/>
            <a:endCxn id="154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0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Scene </a:t>
            </a:r>
            <a:r>
              <a:rPr b="1" lang="en" sz="1200">
                <a:solidFill>
                  <a:schemeClr val="dk2"/>
                </a:solidFill>
              </a:rPr>
              <a:t>Data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"scene_id": "dc77a605-7060-49bc-8d14-7b35b0ade285",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"name": "The Detective's Office",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"description": "You are in an office with a desk covered with the sports page of the newspaper. There are two chairs on the other side of the desk and a filing cabinet in the corner. On top of the filing cabinet is an old coffee machine. If it wasn't raining so hard you would open a window. The rain should have cooled things down but it's still hot."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4" name="Google Shape;174;p21"/>
          <p:cNvCxnSpPr>
            <a:stCxn id="173" idx="1"/>
            <a:endCxn id="170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1"/>
          <p:cNvCxnSpPr>
            <a:stCxn id="172" idx="1"/>
            <a:endCxn id="169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1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Scene Setup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GET https://api.lunchwith.ai/scene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</a:t>
            </a:r>
            <a:r>
              <a:rPr lang="en" sz="1200">
                <a:solidFill>
                  <a:schemeClr val="dk2"/>
                </a:solidFill>
              </a:rPr>
              <a:t>List scenes in library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PUT/ https://api.lunchwith.ai/scene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POST / https://api.lunchwith.ai/scene/{scene_id}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- Add/update a scene in the library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DEL https://api.lunchwith.ai/scene/{scene_id}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remove a scene from the library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9" name="Google Shape;189;p22"/>
          <p:cNvCxnSpPr>
            <a:stCxn id="188" idx="1"/>
            <a:endCxn id="185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2"/>
          <p:cNvCxnSpPr>
            <a:stCxn id="187" idx="1"/>
            <a:endCxn id="184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2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Story/Scene Use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POST /{story_id}/start_scene/{scene_id}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POST /{story_id}/finish_up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- Have the characters move towards the goal as quickly as possible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POST /{story_id}/end_scene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End a scene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4" name="Google Shape;204;p23"/>
          <p:cNvCxnSpPr>
            <a:stCxn id="203" idx="1"/>
            <a:endCxn id="200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3"/>
          <p:cNvCxnSpPr>
            <a:stCxn id="202" idx="1"/>
            <a:endCxn id="199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3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225" y="2808225"/>
            <a:ext cx="2608557" cy="21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4551875" y="2815550"/>
            <a:ext cx="16848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Cast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Cast members are the ones listed in the script that have dialog.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09" name="Google Shape;209;p23"/>
          <p:cNvCxnSpPr/>
          <p:nvPr/>
        </p:nvCxnSpPr>
        <p:spPr>
          <a:xfrm>
            <a:off x="5387300" y="3955925"/>
            <a:ext cx="896700" cy="3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3"/>
          <p:cNvCxnSpPr/>
          <p:nvPr/>
        </p:nvCxnSpPr>
        <p:spPr>
          <a:xfrm>
            <a:off x="5379450" y="3955925"/>
            <a:ext cx="880800" cy="6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3"/>
          <p:cNvCxnSpPr/>
          <p:nvPr/>
        </p:nvCxnSpPr>
        <p:spPr>
          <a:xfrm>
            <a:off x="5387300" y="3955925"/>
            <a:ext cx="873000" cy="9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3" name="Google Shape;223;p24"/>
          <p:cNvCxnSpPr>
            <a:stCxn id="222" idx="1"/>
            <a:endCxn id="219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4"/>
          <p:cNvCxnSpPr>
            <a:stCxn id="221" idx="1"/>
            <a:endCxn id="218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4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Cast Data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"cast_id": "</a:t>
            </a:r>
            <a:r>
              <a:rPr lang="en" sz="1200">
                <a:solidFill>
                  <a:schemeClr val="dk2"/>
                </a:solidFill>
              </a:rPr>
              <a:t>dbc6e96a-ed9a-44c4-b44a-a117a2e85505</a:t>
            </a:r>
            <a:r>
              <a:rPr lang="en" sz="1200">
                <a:solidFill>
                  <a:schemeClr val="dk2"/>
                </a:solidFill>
              </a:rPr>
              <a:t>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“scene_id”: “11ac0383-8d97-4189-b7c3-4300f58dbfab”,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"role": "</a:t>
            </a:r>
            <a:r>
              <a:rPr lang="en" sz="1200">
                <a:solidFill>
                  <a:schemeClr val="dk2"/>
                </a:solidFill>
              </a:rPr>
              <a:t>protagonist</a:t>
            </a:r>
            <a:r>
              <a:rPr lang="en" sz="1200">
                <a:solidFill>
                  <a:schemeClr val="dk2"/>
                </a:solidFill>
              </a:rPr>
              <a:t>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"goal": "</a:t>
            </a:r>
            <a:r>
              <a:rPr lang="en" sz="1200">
                <a:solidFill>
                  <a:schemeClr val="dk2"/>
                </a:solidFill>
              </a:rPr>
              <a:t>Engage with the user meaningfully.</a:t>
            </a:r>
            <a:r>
              <a:rPr lang="en" sz="1200">
                <a:solidFill>
                  <a:schemeClr val="dk2"/>
                </a:solidFill>
              </a:rPr>
              <a:t>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"start": "The character enters and greets the user."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38" name="Google Shape;238;p25"/>
          <p:cNvCxnSpPr>
            <a:stCxn id="237" idx="1"/>
            <a:endCxn id="234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5"/>
          <p:cNvCxnSpPr>
            <a:stCxn id="236" idx="1"/>
            <a:endCxn id="233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25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Scene/Cast Setup </a:t>
            </a:r>
            <a:r>
              <a:rPr lang="en" sz="1200">
                <a:solidFill>
                  <a:schemeClr val="dk2"/>
                </a:solidFill>
              </a:rPr>
              <a:t>(scene_id is required to work with cast)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GET https://api.lunchwith.ai/cast/{scene_id}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List cast in library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PUT/ https://api.lunchwith.ai/cast/{scene_id}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POST / https://api.lunchwith.ai/cast/{scene_id}/{cast_id}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Add/update a scene to the library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DEL https://api.lunchwith.ai/cast/{scene_id}/{cast_id}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remove a scene from the library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3" name="Google Shape;253;p26"/>
          <p:cNvCxnSpPr>
            <a:stCxn id="252" idx="1"/>
            <a:endCxn id="249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6"/>
          <p:cNvCxnSpPr>
            <a:stCxn id="251" idx="1"/>
            <a:endCxn id="248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6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Scene/Cast Usage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POST </a:t>
            </a:r>
            <a:r>
              <a:rPr lang="en" sz="1200">
                <a:solidFill>
                  <a:schemeClr val="dk2"/>
                </a:solidFill>
              </a:rPr>
              <a:t>/{story_id}/summarize/{cast_id}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Flag this cast member as needing a summary of this scene.  If the cast member will be used in the future this will allow the cast member to remember what happened.  This needs to happen </a:t>
            </a:r>
            <a:r>
              <a:rPr i="1" lang="en" sz="1200">
                <a:solidFill>
                  <a:schemeClr val="dk2"/>
                </a:solidFill>
              </a:rPr>
              <a:t>before </a:t>
            </a:r>
            <a:r>
              <a:rPr lang="en" sz="1200">
                <a:solidFill>
                  <a:schemeClr val="dk2"/>
                </a:solidFill>
              </a:rPr>
              <a:t>the scene is ended.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68" name="Google Shape;268;p27"/>
          <p:cNvCxnSpPr>
            <a:stCxn id="267" idx="1"/>
            <a:endCxn id="264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7"/>
          <p:cNvCxnSpPr>
            <a:stCxn id="266" idx="1"/>
            <a:endCxn id="263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27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Scene/Cast Usage - Dialog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POST </a:t>
            </a:r>
            <a:r>
              <a:rPr lang="en" sz="1200">
                <a:solidFill>
                  <a:schemeClr val="dk2"/>
                </a:solidFill>
              </a:rPr>
              <a:t>/story/{story_id}/get_response_step/{cast_id}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What does this cast member say?  This will generate a response and add a line to the conversation within the context of the </a:t>
            </a:r>
            <a:r>
              <a:rPr i="1" lang="en" sz="1200">
                <a:solidFill>
                  <a:schemeClr val="dk2"/>
                </a:solidFill>
              </a:rPr>
              <a:t>current scene</a:t>
            </a:r>
            <a:r>
              <a:rPr lang="en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POST /story/{story_id}/post_response/{cast_id}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If you have a response, like one received from a user in a chat, this will add that text as a line in the conversation within the context of the </a:t>
            </a:r>
            <a:r>
              <a:rPr i="1" lang="en" sz="1200">
                <a:solidFill>
                  <a:schemeClr val="dk2"/>
                </a:solidFill>
              </a:rPr>
              <a:t>current scene</a:t>
            </a:r>
            <a:r>
              <a:rPr lang="en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8" name="Google Shape;278;p28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9" name="Google Shape;279;p28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83" name="Google Shape;283;p28"/>
          <p:cNvCxnSpPr>
            <a:stCxn id="282" idx="1"/>
            <a:endCxn id="279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28"/>
          <p:cNvCxnSpPr>
            <a:stCxn id="281" idx="1"/>
            <a:endCxn id="278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28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6" name="Google Shape;2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0177" y="2964213"/>
            <a:ext cx="1977651" cy="163108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4551875" y="2815550"/>
            <a:ext cx="22683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Character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There have been many different interpretations of Hamlet, with the main character played by David </a:t>
            </a:r>
            <a:r>
              <a:rPr lang="en" sz="1200">
                <a:solidFill>
                  <a:schemeClr val="dk2"/>
                </a:solidFill>
              </a:rPr>
              <a:t>Tennant</a:t>
            </a:r>
            <a:r>
              <a:rPr lang="en" sz="1200">
                <a:solidFill>
                  <a:schemeClr val="dk2"/>
                </a:solidFill>
              </a:rPr>
              <a:t>, Kenneth </a:t>
            </a:r>
            <a:r>
              <a:rPr lang="en" sz="1200">
                <a:solidFill>
                  <a:schemeClr val="dk2"/>
                </a:solidFill>
              </a:rPr>
              <a:t>Branagh</a:t>
            </a:r>
            <a:r>
              <a:rPr lang="en" sz="1200">
                <a:solidFill>
                  <a:schemeClr val="dk2"/>
                </a:solidFill>
              </a:rPr>
              <a:t>, and Sir Laurence Olivier.  Each actor brings a different flavor to the role.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flipH="1" rot="10800000">
            <a:off x="6590600" y="4105425"/>
            <a:ext cx="2754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6" name="Google Shape;296;p29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00" name="Google Shape;300;p29"/>
          <p:cNvCxnSpPr>
            <a:stCxn id="299" idx="1"/>
            <a:endCxn id="296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9"/>
          <p:cNvCxnSpPr>
            <a:stCxn id="298" idx="1"/>
            <a:endCxn id="295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29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4551875" y="2815550"/>
            <a:ext cx="43746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Character Data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"character_id": "dbc6e96a-ed9a-44c4-b44a-a117a2e85505",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“name”: “Steve Lugar”,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"description": "You are a Private Detective straight out of a classic film noir or detective novel. You have walked these mean streets for a decade and have learned how to ask good questions and observer people's behavior. 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"motivation": "You are down on your luck and willing to take any job that comes your way. No matter how much you need a job you won't tangle with the mob.",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15" name="Google Shape;315;p30"/>
          <p:cNvCxnSpPr>
            <a:stCxn id="314" idx="1"/>
            <a:endCxn id="311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0"/>
          <p:cNvCxnSpPr>
            <a:stCxn id="313" idx="1"/>
            <a:endCxn id="310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0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Character Setup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GET https://api.lunchwith.ai/character/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List characters in library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PUT/ https://api.lunchwith.ai/character/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POST / https://api.lunchwith.ai/character/{character_id}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Add/update a character in the library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DEL https://api.lunchwith.ai/character/{character_id}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remove a character from the library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0" name="Google Shape;330;p31"/>
          <p:cNvCxnSpPr>
            <a:stCxn id="329" idx="1"/>
            <a:endCxn id="326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1"/>
          <p:cNvCxnSpPr>
            <a:stCxn id="328" idx="1"/>
            <a:endCxn id="325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31"/>
          <p:cNvSpPr txBox="1"/>
          <p:nvPr/>
        </p:nvSpPr>
        <p:spPr>
          <a:xfrm>
            <a:off x="691975" y="285620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Restaurant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551875" y="2815550"/>
            <a:ext cx="4245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Story</a:t>
            </a:r>
            <a:r>
              <a:rPr b="1" lang="en" sz="1200">
                <a:solidFill>
                  <a:schemeClr val="dk2"/>
                </a:solidFill>
              </a:rPr>
              <a:t>/Cast/Character Usage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POST /{story_id}/cast/{characer_id}/as/{cast_id}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- Tie the character to a specific role.  The character’s personality will direct the interactions in the scene.  This is to be used with an </a:t>
            </a:r>
            <a:r>
              <a:rPr i="1" lang="en" sz="1200">
                <a:solidFill>
                  <a:schemeClr val="dk2"/>
                </a:solidFill>
              </a:rPr>
              <a:t>active scene</a:t>
            </a:r>
            <a:r>
              <a:rPr lang="en" sz="1200">
                <a:solidFill>
                  <a:schemeClr val="dk2"/>
                </a:solidFill>
              </a:rPr>
              <a:t>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1" name="Google Shape;341;p32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2" name="Google Shape;342;p32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45" name="Google Shape;345;p32"/>
          <p:cNvCxnSpPr>
            <a:stCxn id="344" idx="1"/>
            <a:endCxn id="341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2"/>
          <p:cNvCxnSpPr>
            <a:stCxn id="343" idx="1"/>
            <a:endCxn id="340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2"/>
          <p:cNvSpPr txBox="1"/>
          <p:nvPr/>
        </p:nvSpPr>
        <p:spPr>
          <a:xfrm>
            <a:off x="1730125" y="2901250"/>
            <a:ext cx="2642700" cy="738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Augment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Additional info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48" name="Google Shape;348;p32"/>
          <p:cNvCxnSpPr>
            <a:stCxn id="347" idx="1"/>
          </p:cNvCxnSpPr>
          <p:nvPr/>
        </p:nvCxnSpPr>
        <p:spPr>
          <a:xfrm rot="10800000">
            <a:off x="1313425" y="2658400"/>
            <a:ext cx="416700" cy="6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2"/>
          <p:cNvSpPr txBox="1"/>
          <p:nvPr/>
        </p:nvSpPr>
        <p:spPr>
          <a:xfrm>
            <a:off x="4551875" y="2901250"/>
            <a:ext cx="424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Augment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There are times when you need to add additional information to a cast_id.  This is usually </a:t>
            </a:r>
            <a:r>
              <a:rPr lang="en" sz="1200"/>
              <a:t>background</a:t>
            </a:r>
            <a:r>
              <a:rPr lang="en" sz="1200"/>
              <a:t> information (such as which tarot card was turned) or updated information (Buddy hears something on the shore in the middle of a conversation).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9" name="Google Shape;359;p33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0" name="Google Shape;360;p33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1" name="Google Shape;361;p33"/>
          <p:cNvCxnSpPr>
            <a:stCxn id="360" idx="1"/>
            <a:endCxn id="357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3"/>
          <p:cNvCxnSpPr>
            <a:stCxn id="359" idx="1"/>
            <a:endCxn id="356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33"/>
          <p:cNvSpPr txBox="1"/>
          <p:nvPr/>
        </p:nvSpPr>
        <p:spPr>
          <a:xfrm>
            <a:off x="1730125" y="2901250"/>
            <a:ext cx="2642700" cy="738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Augment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Additional info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4" name="Google Shape;364;p33"/>
          <p:cNvCxnSpPr>
            <a:stCxn id="363" idx="1"/>
          </p:cNvCxnSpPr>
          <p:nvPr/>
        </p:nvCxnSpPr>
        <p:spPr>
          <a:xfrm rot="10800000">
            <a:off x="1313425" y="2658400"/>
            <a:ext cx="416700" cy="6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33"/>
          <p:cNvSpPr txBox="1"/>
          <p:nvPr/>
        </p:nvSpPr>
        <p:spPr>
          <a:xfrm>
            <a:off x="4551875" y="2901250"/>
            <a:ext cx="424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Augment Data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“augment”: “You hear a noise in the forest…”,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/>
          <p:nvPr/>
        </p:nvSpPr>
        <p:spPr>
          <a:xfrm>
            <a:off x="413725" y="459625"/>
            <a:ext cx="3554700" cy="435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691975" y="926450"/>
            <a:ext cx="30519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Scene - Office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Setting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956875" y="167147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Detective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956875" y="2191925"/>
            <a:ext cx="2468400" cy="461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Role - Client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4578800" y="50455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4551875" y="441700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Steve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4551875" y="1671475"/>
            <a:ext cx="42459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- Molly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Goals / Desires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77" name="Google Shape;377;p34"/>
          <p:cNvCxnSpPr>
            <a:stCxn id="376" idx="1"/>
            <a:endCxn id="373" idx="3"/>
          </p:cNvCxnSpPr>
          <p:nvPr/>
        </p:nvCxnSpPr>
        <p:spPr>
          <a:xfrm flipH="1">
            <a:off x="3425375" y="2179375"/>
            <a:ext cx="1126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4"/>
          <p:cNvCxnSpPr>
            <a:stCxn id="375" idx="1"/>
            <a:endCxn id="372" idx="3"/>
          </p:cNvCxnSpPr>
          <p:nvPr/>
        </p:nvCxnSpPr>
        <p:spPr>
          <a:xfrm flipH="1">
            <a:off x="3425375" y="949600"/>
            <a:ext cx="11265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4"/>
          <p:cNvSpPr txBox="1"/>
          <p:nvPr/>
        </p:nvSpPr>
        <p:spPr>
          <a:xfrm>
            <a:off x="1730125" y="2901250"/>
            <a:ext cx="2642700" cy="738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Augment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Additional info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80" name="Google Shape;380;p34"/>
          <p:cNvCxnSpPr>
            <a:stCxn id="379" idx="1"/>
          </p:cNvCxnSpPr>
          <p:nvPr/>
        </p:nvCxnSpPr>
        <p:spPr>
          <a:xfrm rot="10800000">
            <a:off x="1313425" y="2658400"/>
            <a:ext cx="416700" cy="6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4"/>
          <p:cNvSpPr txBox="1"/>
          <p:nvPr/>
        </p:nvSpPr>
        <p:spPr>
          <a:xfrm>
            <a:off x="4551875" y="2901250"/>
            <a:ext cx="4245900" cy="16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Augment Usage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POST /story/{story_id}/augment/{cast_id}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- Add the augment to a specific cast member in the </a:t>
            </a:r>
            <a:r>
              <a:rPr i="1" lang="en" sz="1200"/>
              <a:t>active scene</a:t>
            </a:r>
            <a:r>
              <a:rPr lang="en" sz="1200"/>
              <a:t>.  Pass ‘augment’ text as the data.  Like setting summaries, this happens only when a scene has been started.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